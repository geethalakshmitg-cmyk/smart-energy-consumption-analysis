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B653924-3273-44EF-AAEE-62BAD7F4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EMNERGY CONSUMPTION ANALYSIS AND PREDICTION USING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D477-1E1E-45CA-817F-5A330F714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6257C60-3EC4-4D23-B92D-7BBCD3BC77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49287" y="2142067"/>
            <a:ext cx="8600661" cy="4484019"/>
          </a:xfrm>
        </p:spPr>
      </p:pic>
    </p:spTree>
    <p:extLst>
      <p:ext uri="{BB962C8B-B14F-4D97-AF65-F5344CB8AC3E}">
        <p14:creationId xmlns:p14="http://schemas.microsoft.com/office/powerpoint/2010/main" val="184030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DF4F-207C-4C27-AFA6-2205FC15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CBC7-67BE-4AE2-8594-9FB80E619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1298713"/>
            <a:ext cx="4995334" cy="3803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1.Programming Language                  </a:t>
            </a:r>
          </a:p>
          <a:p>
            <a:pPr marL="0" indent="0">
              <a:buNone/>
            </a:pPr>
            <a:r>
              <a:rPr lang="en-US" dirty="0"/>
              <a:t>Python- Core language used for: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development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DF138-8EDB-4922-9889-E8ED3CEDE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5" y="92766"/>
            <a:ext cx="4995332" cy="53008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Data Processing &amp; Analysis</a:t>
            </a:r>
          </a:p>
          <a:p>
            <a:r>
              <a:rPr lang="en-US" dirty="0"/>
              <a:t>Pandas – For dataset cleaning and preprocessing</a:t>
            </a:r>
          </a:p>
          <a:p>
            <a:r>
              <a:rPr lang="en-US" dirty="0"/>
              <a:t>NumPy – For numerical calculations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42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A21E-4584-4B72-BCC7-C7C9F3C0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FUNCTIONS of smart energy consumption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1CC1A8-2755-44F7-9872-8D722CC9D5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4070" y="2142067"/>
            <a:ext cx="5397825" cy="3556368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391F09-20FB-446C-AEB7-1E3AC01BB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Alert System- peak load optimization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Anomaly Detection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Recommendations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Device level Energy organization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Graphical representation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574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8C9A-CC38-4F6A-9C50-A44088BD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045F-659D-4BFA-A959-22855938F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real-time monitoring of electricity usage</a:t>
            </a:r>
          </a:p>
          <a:p>
            <a:r>
              <a:rPr lang="en-US" dirty="0"/>
              <a:t> Manual meter readings lead to human errors</a:t>
            </a:r>
          </a:p>
          <a:p>
            <a:r>
              <a:rPr lang="en-US" dirty="0"/>
              <a:t> Users are unaware of where energy is wasted</a:t>
            </a:r>
          </a:p>
          <a:p>
            <a:r>
              <a:rPr lang="en-US" dirty="0"/>
              <a:t> No prediction of future energy consumption</a:t>
            </a:r>
          </a:p>
          <a:p>
            <a:r>
              <a:rPr lang="en-US" dirty="0"/>
              <a:t> High electricity bills due to inefficient usage</a:t>
            </a:r>
          </a:p>
          <a:p>
            <a:r>
              <a:rPr lang="en-US" dirty="0"/>
              <a:t> Lack of automation in power management</a:t>
            </a:r>
          </a:p>
          <a:p>
            <a:r>
              <a:rPr lang="en-US" dirty="0"/>
              <a:t> Difficult to identify faulty or over-consuming appliances</a:t>
            </a:r>
          </a:p>
          <a:p>
            <a:r>
              <a:rPr lang="en-US" dirty="0"/>
              <a:t> Delayed feedback on energy usage patterns</a:t>
            </a:r>
          </a:p>
        </p:txBody>
      </p:sp>
    </p:spTree>
    <p:extLst>
      <p:ext uri="{BB962C8B-B14F-4D97-AF65-F5344CB8AC3E}">
        <p14:creationId xmlns:p14="http://schemas.microsoft.com/office/powerpoint/2010/main" val="255120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64C8-BE41-4CAC-AA67-3F19B555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67B24-77DB-41E2-A85C-FCEC08527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794907"/>
          </a:xfrm>
        </p:spPr>
        <p:txBody>
          <a:bodyPr>
            <a:normAutofit/>
          </a:bodyPr>
          <a:lstStyle/>
          <a:p>
            <a:r>
              <a:rPr lang="en-US" dirty="0"/>
              <a:t>User Interface</a:t>
            </a:r>
          </a:p>
          <a:p>
            <a:pPr marL="0" indent="0">
              <a:buNone/>
            </a:pPr>
            <a:r>
              <a:rPr lang="en-US" dirty="0"/>
              <a:t>       Allows users to log in and select the time period for energy analysis</a:t>
            </a:r>
          </a:p>
          <a:p>
            <a:r>
              <a:rPr lang="en-US" dirty="0"/>
              <a:t> Data Collection Module</a:t>
            </a:r>
          </a:p>
          <a:p>
            <a:pPr marL="0" indent="0">
              <a:buNone/>
            </a:pPr>
            <a:r>
              <a:rPr lang="en-US" dirty="0"/>
              <a:t>       Collects energy consumption data from users, sensors, or stored datasets</a:t>
            </a:r>
          </a:p>
          <a:p>
            <a:r>
              <a:rPr lang="en-US" dirty="0"/>
              <a:t> Data Preprocessing Module</a:t>
            </a:r>
          </a:p>
          <a:p>
            <a:pPr marL="0" indent="0">
              <a:buNone/>
            </a:pPr>
            <a:r>
              <a:rPr lang="en-US" dirty="0"/>
              <a:t>       Cleans and formats raw data by handling missing values and noise</a:t>
            </a:r>
          </a:p>
          <a:p>
            <a:r>
              <a:rPr lang="en-US" dirty="0"/>
              <a:t> Machine Learning Module</a:t>
            </a:r>
          </a:p>
          <a:p>
            <a:pPr marL="0" indent="0">
              <a:buNone/>
            </a:pPr>
            <a:r>
              <a:rPr lang="en-US" dirty="0"/>
              <a:t>       Trains models using historical data to predict future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4238461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8B5A-EF74-43FE-8F72-1E707358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MEASURABLE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7AC23-748C-4062-8700-5EA4F0AB3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 monitoring of daily, monthly, and yearly energy usage</a:t>
            </a:r>
          </a:p>
          <a:p>
            <a:r>
              <a:rPr lang="en-US" dirty="0"/>
              <a:t> Prediction of future electricity consumption</a:t>
            </a:r>
          </a:p>
          <a:p>
            <a:r>
              <a:rPr lang="en-US" dirty="0"/>
              <a:t> Early alerts for overconsumption</a:t>
            </a:r>
          </a:p>
          <a:p>
            <a:r>
              <a:rPr lang="en-US" dirty="0"/>
              <a:t> Visualization of energy usage through graphs and reports</a:t>
            </a:r>
          </a:p>
          <a:p>
            <a:r>
              <a:rPr lang="en-US" dirty="0"/>
              <a:t> Energy-saving recommendations for users</a:t>
            </a:r>
          </a:p>
          <a:p>
            <a:r>
              <a:rPr lang="en-US" dirty="0"/>
              <a:t> Improved awareness of energy consumption patterns</a:t>
            </a:r>
          </a:p>
          <a:p>
            <a:r>
              <a:rPr lang="en-US" dirty="0"/>
              <a:t> Reduced electricity wastage and cost</a:t>
            </a:r>
          </a:p>
          <a:p>
            <a:r>
              <a:rPr lang="en-US" dirty="0"/>
              <a:t> Sustainable and eco-friendly energy management</a:t>
            </a:r>
          </a:p>
          <a:p>
            <a:r>
              <a:rPr lang="en-US" dirty="0"/>
              <a:t> Unified access via website and mobile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94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D05D-6081-4E2A-91D7-B1AD4E97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PROCESS OF OUR PROJECT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897A4-EA1C-42DA-A03E-0DCC21C147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Our system first collects and preprocesses energy consumption data. Then we extract useful features and train a machine learning model using </a:t>
            </a:r>
            <a:r>
              <a:rPr lang="en-US" sz="2000" dirty="0" err="1"/>
              <a:t>Scikit</a:t>
            </a:r>
            <a:r>
              <a:rPr lang="en-US" sz="2000" dirty="0"/>
              <a:t>-learn. The model predicts future energy usage. If the predicted value exceeds a threshold, the system generates alerts and recommendations. Finally, the results are displayed on a Flask-based web dashboard with visualizations.</a:t>
            </a:r>
            <a:endParaRPr lang="en-IN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8E0924-8C2D-4233-98BB-1F1C8993F2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0866" y="1789045"/>
            <a:ext cx="4906756" cy="4717773"/>
          </a:xfrm>
        </p:spPr>
      </p:pic>
    </p:spTree>
    <p:extLst>
      <p:ext uri="{BB962C8B-B14F-4D97-AF65-F5344CB8AC3E}">
        <p14:creationId xmlns:p14="http://schemas.microsoft.com/office/powerpoint/2010/main" val="427384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7A166-EBC3-46CE-9775-A75C01FA7B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809460" y="1704216"/>
            <a:ext cx="5897218" cy="3649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198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116</TotalTime>
  <Words>327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Celestial</vt:lpstr>
      <vt:lpstr>SMART EMNERGY CONSUMPTION ANALYSIS AND PREDICTION USING MACHINE LEARNING</vt:lpstr>
      <vt:lpstr>Technology Stack</vt:lpstr>
      <vt:lpstr>CORE FUNCTIONS of smart energy consumption</vt:lpstr>
      <vt:lpstr>DISADVANTAGES OF EXISTING SYSTEM</vt:lpstr>
      <vt:lpstr>SYSTEM ARCHITECTURE</vt:lpstr>
      <vt:lpstr>MEASURABLE OUTCOMES</vt:lpstr>
      <vt:lpstr>WORKING PROCESS OF OUR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CONSUMPTION</dc:title>
  <dc:creator>Dell</dc:creator>
  <cp:lastModifiedBy>Dell</cp:lastModifiedBy>
  <cp:revision>13</cp:revision>
  <dcterms:created xsi:type="dcterms:W3CDTF">2026-02-19T12:15:08Z</dcterms:created>
  <dcterms:modified xsi:type="dcterms:W3CDTF">2026-02-19T16:21:16Z</dcterms:modified>
</cp:coreProperties>
</file>